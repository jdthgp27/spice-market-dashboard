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19788-1A4E-4E42-AB28-8E32E7C1D885}" v="50" dt="2026-09-11T20:11:29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19" autoAdjust="0"/>
  </p:normalViewPr>
  <p:slideViewPr>
    <p:cSldViewPr snapToGrid="0">
      <p:cViewPr varScale="1">
        <p:scale>
          <a:sx n="109" d="100"/>
          <a:sy n="109" d="100"/>
        </p:scale>
        <p:origin x="115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it Giravent Pineda" userId="5659da18a9f20834" providerId="LiveId" clId="{895AF0C5-4584-4411-817D-028E8D7134B7}"/>
    <pc:docChg chg="undo custSel addSld modSld">
      <pc:chgData name="Judit Giravent Pineda" userId="5659da18a9f20834" providerId="LiveId" clId="{895AF0C5-4584-4411-817D-028E8D7134B7}" dt="2026-09-11T20:11:32.179" v="140" actId="1076"/>
      <pc:docMkLst>
        <pc:docMk/>
      </pc:docMkLst>
      <pc:sldChg chg="addSp delSp modSp mod setBg modAnim">
        <pc:chgData name="Judit Giravent Pineda" userId="5659da18a9f20834" providerId="LiveId" clId="{895AF0C5-4584-4411-817D-028E8D7134B7}" dt="2026-09-11T20:03:36.802" v="118" actId="1076"/>
        <pc:sldMkLst>
          <pc:docMk/>
          <pc:sldMk cId="2933514334" sldId="300"/>
        </pc:sldMkLst>
        <pc:spChg chg="mod">
          <ac:chgData name="Judit Giravent Pineda" userId="5659da18a9f20834" providerId="LiveId" clId="{895AF0C5-4584-4411-817D-028E8D7134B7}" dt="2026-09-11T19:38:44.627" v="12"/>
          <ac:spMkLst>
            <pc:docMk/>
            <pc:sldMk cId="2933514334" sldId="300"/>
            <ac:spMk id="2" creationId="{75AC86D3-8FD1-4F47-A319-7D0542E48B2F}"/>
          </ac:spMkLst>
        </pc:spChg>
        <pc:spChg chg="add mod">
          <ac:chgData name="Judit Giravent Pineda" userId="5659da18a9f20834" providerId="LiveId" clId="{895AF0C5-4584-4411-817D-028E8D7134B7}" dt="2026-09-11T19:39:13.383" v="22" actId="20577"/>
          <ac:spMkLst>
            <pc:docMk/>
            <pc:sldMk cId="2933514334" sldId="300"/>
            <ac:spMk id="5" creationId="{05F1FCFF-13A0-D39C-AD44-19B1C740DB72}"/>
          </ac:spMkLst>
        </pc:spChg>
        <pc:graphicFrameChg chg="del modGraphic">
          <ac:chgData name="Judit Giravent Pineda" userId="5659da18a9f20834" providerId="LiveId" clId="{895AF0C5-4584-4411-817D-028E8D7134B7}" dt="2026-09-11T19:37:54.218" v="7" actId="21"/>
          <ac:graphicFrameMkLst>
            <pc:docMk/>
            <pc:sldMk cId="2933514334" sldId="300"/>
            <ac:graphicFrameMk id="4" creationId="{C266CDD0-3E96-40BD-8324-62D1DD86152D}"/>
          </ac:graphicFrameMkLst>
        </pc:graphicFrameChg>
        <pc:picChg chg="add mod">
          <ac:chgData name="Judit Giravent Pineda" userId="5659da18a9f20834" providerId="LiveId" clId="{895AF0C5-4584-4411-817D-028E8D7134B7}" dt="2026-09-11T20:03:36.802" v="118" actId="1076"/>
          <ac:picMkLst>
            <pc:docMk/>
            <pc:sldMk cId="2933514334" sldId="300"/>
            <ac:picMk id="6" creationId="{A1AFFDB4-BD0C-9515-AE1E-5756FB7D9E1E}"/>
          </ac:picMkLst>
        </pc:picChg>
      </pc:sldChg>
      <pc:sldChg chg="addSp modSp new mod setBg modAnim">
        <pc:chgData name="Judit Giravent Pineda" userId="5659da18a9f20834" providerId="LiveId" clId="{895AF0C5-4584-4411-817D-028E8D7134B7}" dt="2026-09-11T20:07:26.043" v="132" actId="1076"/>
        <pc:sldMkLst>
          <pc:docMk/>
          <pc:sldMk cId="3620383213" sldId="301"/>
        </pc:sldMkLst>
        <pc:spChg chg="mod">
          <ac:chgData name="Judit Giravent Pineda" userId="5659da18a9f20834" providerId="LiveId" clId="{895AF0C5-4584-4411-817D-028E8D7134B7}" dt="2026-09-11T19:40:07.515" v="25" actId="255"/>
          <ac:spMkLst>
            <pc:docMk/>
            <pc:sldMk cId="3620383213" sldId="301"/>
            <ac:spMk id="2" creationId="{925EB714-5E56-E371-6F4E-7938C06C1E48}"/>
          </ac:spMkLst>
        </pc:spChg>
        <pc:spChg chg="mod">
          <ac:chgData name="Judit Giravent Pineda" userId="5659da18a9f20834" providerId="LiveId" clId="{895AF0C5-4584-4411-817D-028E8D7134B7}" dt="2026-09-11T19:40:32.422" v="29" actId="27636"/>
          <ac:spMkLst>
            <pc:docMk/>
            <pc:sldMk cId="3620383213" sldId="301"/>
            <ac:spMk id="3" creationId="{DC51EEC7-4B7C-D640-CF74-3B8AEE63AF81}"/>
          </ac:spMkLst>
        </pc:spChg>
        <pc:picChg chg="add mod">
          <ac:chgData name="Judit Giravent Pineda" userId="5659da18a9f20834" providerId="LiveId" clId="{895AF0C5-4584-4411-817D-028E8D7134B7}" dt="2026-09-11T20:07:26.043" v="132" actId="1076"/>
          <ac:picMkLst>
            <pc:docMk/>
            <pc:sldMk cId="3620383213" sldId="301"/>
            <ac:picMk id="4" creationId="{298DD581-B438-0BD3-6387-94E332536BEE}"/>
          </ac:picMkLst>
        </pc:picChg>
      </pc:sldChg>
      <pc:sldChg chg="addSp delSp modSp new mod setBg delAnim modAnim">
        <pc:chgData name="Judit Giravent Pineda" userId="5659da18a9f20834" providerId="LiveId" clId="{895AF0C5-4584-4411-817D-028E8D7134B7}" dt="2026-09-11T20:08:11.786" v="134" actId="1076"/>
        <pc:sldMkLst>
          <pc:docMk/>
          <pc:sldMk cId="2602690722" sldId="302"/>
        </pc:sldMkLst>
        <pc:spChg chg="mod">
          <ac:chgData name="Judit Giravent Pineda" userId="5659da18a9f20834" providerId="LiveId" clId="{895AF0C5-4584-4411-817D-028E8D7134B7}" dt="2026-09-11T19:40:51.888" v="31"/>
          <ac:spMkLst>
            <pc:docMk/>
            <pc:sldMk cId="2602690722" sldId="302"/>
            <ac:spMk id="2" creationId="{EFD01DE6-1AB6-979E-030B-CC1A53A3BBAC}"/>
          </ac:spMkLst>
        </pc:spChg>
        <pc:spChg chg="mod">
          <ac:chgData name="Judit Giravent Pineda" userId="5659da18a9f20834" providerId="LiveId" clId="{895AF0C5-4584-4411-817D-028E8D7134B7}" dt="2026-09-11T19:41:08.007" v="32"/>
          <ac:spMkLst>
            <pc:docMk/>
            <pc:sldMk cId="2602690722" sldId="302"/>
            <ac:spMk id="3" creationId="{3388CC7F-E705-2F00-359E-A0F71990608C}"/>
          </ac:spMkLst>
        </pc:spChg>
        <pc:picChg chg="add del mod">
          <ac:chgData name="Judit Giravent Pineda" userId="5659da18a9f20834" providerId="LiveId" clId="{895AF0C5-4584-4411-817D-028E8D7134B7}" dt="2026-09-11T20:06:39.884" v="129" actId="478"/>
          <ac:picMkLst>
            <pc:docMk/>
            <pc:sldMk cId="2602690722" sldId="302"/>
            <ac:picMk id="4" creationId="{ECB1295F-DEBB-67D1-1283-38FA28D804F0}"/>
          </ac:picMkLst>
        </pc:picChg>
        <pc:picChg chg="add mod">
          <ac:chgData name="Judit Giravent Pineda" userId="5659da18a9f20834" providerId="LiveId" clId="{895AF0C5-4584-4411-817D-028E8D7134B7}" dt="2026-09-11T20:08:11.786" v="134" actId="1076"/>
          <ac:picMkLst>
            <pc:docMk/>
            <pc:sldMk cId="2602690722" sldId="302"/>
            <ac:picMk id="5" creationId="{052E602E-74D7-320A-5865-A4ACE4DB9244}"/>
          </ac:picMkLst>
        </pc:picChg>
      </pc:sldChg>
      <pc:sldChg chg="modSp new mod setBg">
        <pc:chgData name="Judit Giravent Pineda" userId="5659da18a9f20834" providerId="LiveId" clId="{895AF0C5-4584-4411-817D-028E8D7134B7}" dt="2026-09-11T19:52:10.789" v="105"/>
        <pc:sldMkLst>
          <pc:docMk/>
          <pc:sldMk cId="3391754363" sldId="303"/>
        </pc:sldMkLst>
        <pc:spChg chg="mod">
          <ac:chgData name="Judit Giravent Pineda" userId="5659da18a9f20834" providerId="LiveId" clId="{895AF0C5-4584-4411-817D-028E8D7134B7}" dt="2026-09-11T19:41:28.119" v="34"/>
          <ac:spMkLst>
            <pc:docMk/>
            <pc:sldMk cId="3391754363" sldId="303"/>
            <ac:spMk id="2" creationId="{EE15500E-94DD-C810-5940-662EDABDAB2A}"/>
          </ac:spMkLst>
        </pc:spChg>
        <pc:spChg chg="mod">
          <ac:chgData name="Judit Giravent Pineda" userId="5659da18a9f20834" providerId="LiveId" clId="{895AF0C5-4584-4411-817D-028E8D7134B7}" dt="2026-09-11T19:42:03.181" v="38" actId="27636"/>
          <ac:spMkLst>
            <pc:docMk/>
            <pc:sldMk cId="3391754363" sldId="303"/>
            <ac:spMk id="3" creationId="{CD050331-B6B3-EEDE-5D09-83D0B884498A}"/>
          </ac:spMkLst>
        </pc:spChg>
      </pc:sldChg>
      <pc:sldChg chg="addSp delSp modSp new mod setBg delAnim modAnim">
        <pc:chgData name="Judit Giravent Pineda" userId="5659da18a9f20834" providerId="LiveId" clId="{895AF0C5-4584-4411-817D-028E8D7134B7}" dt="2026-09-11T20:09:03.897" v="136" actId="1076"/>
        <pc:sldMkLst>
          <pc:docMk/>
          <pc:sldMk cId="1774286624" sldId="304"/>
        </pc:sldMkLst>
        <pc:spChg chg="mod">
          <ac:chgData name="Judit Giravent Pineda" userId="5659da18a9f20834" providerId="LiveId" clId="{895AF0C5-4584-4411-817D-028E8D7134B7}" dt="2026-09-11T19:42:37.060" v="40"/>
          <ac:spMkLst>
            <pc:docMk/>
            <pc:sldMk cId="1774286624" sldId="304"/>
            <ac:spMk id="2" creationId="{45A4D1BA-5593-1506-0331-D19215E14B7D}"/>
          </ac:spMkLst>
        </pc:spChg>
        <pc:spChg chg="del">
          <ac:chgData name="Judit Giravent Pineda" userId="5659da18a9f20834" providerId="LiveId" clId="{895AF0C5-4584-4411-817D-028E8D7134B7}" dt="2026-09-11T19:43:09.506" v="41" actId="931"/>
          <ac:spMkLst>
            <pc:docMk/>
            <pc:sldMk cId="1774286624" sldId="304"/>
            <ac:spMk id="3" creationId="{D4DECD2C-9DFB-6BFD-B429-116BAF901740}"/>
          </ac:spMkLst>
        </pc:spChg>
        <pc:spChg chg="add mod">
          <ac:chgData name="Judit Giravent Pineda" userId="5659da18a9f20834" providerId="LiveId" clId="{895AF0C5-4584-4411-817D-028E8D7134B7}" dt="2026-09-11T19:43:41.978" v="46" actId="1076"/>
          <ac:spMkLst>
            <pc:docMk/>
            <pc:sldMk cId="1774286624" sldId="304"/>
            <ac:spMk id="6" creationId="{E5AE5CEC-B447-528C-5410-C8FB2B14D460}"/>
          </ac:spMkLst>
        </pc:spChg>
        <pc:picChg chg="add mod ord">
          <ac:chgData name="Judit Giravent Pineda" userId="5659da18a9f20834" providerId="LiveId" clId="{895AF0C5-4584-4411-817D-028E8D7134B7}" dt="2026-09-11T19:43:18.578" v="42" actId="1076"/>
          <ac:picMkLst>
            <pc:docMk/>
            <pc:sldMk cId="1774286624" sldId="304"/>
            <ac:picMk id="5" creationId="{B7C55CE4-64E7-FE4F-2EBD-244C6BB8EAB5}"/>
          </ac:picMkLst>
        </pc:picChg>
        <pc:picChg chg="add del mod">
          <ac:chgData name="Judit Giravent Pineda" userId="5659da18a9f20834" providerId="LiveId" clId="{895AF0C5-4584-4411-817D-028E8D7134B7}" dt="2026-09-11T20:06:33.350" v="128" actId="478"/>
          <ac:picMkLst>
            <pc:docMk/>
            <pc:sldMk cId="1774286624" sldId="304"/>
            <ac:picMk id="7" creationId="{6E67ED3B-87C6-3FF5-4D7B-A36BCC98AF30}"/>
          </ac:picMkLst>
        </pc:picChg>
        <pc:picChg chg="add mod">
          <ac:chgData name="Judit Giravent Pineda" userId="5659da18a9f20834" providerId="LiveId" clId="{895AF0C5-4584-4411-817D-028E8D7134B7}" dt="2026-09-11T20:09:03.897" v="136" actId="1076"/>
          <ac:picMkLst>
            <pc:docMk/>
            <pc:sldMk cId="1774286624" sldId="304"/>
            <ac:picMk id="8" creationId="{FF944724-84B5-094C-3B23-E340E324E4D0}"/>
          </ac:picMkLst>
        </pc:picChg>
      </pc:sldChg>
      <pc:sldChg chg="addSp delSp modSp new mod setBg delAnim modAnim">
        <pc:chgData name="Judit Giravent Pineda" userId="5659da18a9f20834" providerId="LiveId" clId="{895AF0C5-4584-4411-817D-028E8D7134B7}" dt="2026-09-11T20:06:43.069" v="130" actId="478"/>
        <pc:sldMkLst>
          <pc:docMk/>
          <pc:sldMk cId="3568560323" sldId="305"/>
        </pc:sldMkLst>
        <pc:spChg chg="mod">
          <ac:chgData name="Judit Giravent Pineda" userId="5659da18a9f20834" providerId="LiveId" clId="{895AF0C5-4584-4411-817D-028E8D7134B7}" dt="2026-09-11T19:44:07.023" v="48"/>
          <ac:spMkLst>
            <pc:docMk/>
            <pc:sldMk cId="3568560323" sldId="305"/>
            <ac:spMk id="2" creationId="{D4BECAAF-01B3-0CEE-7FD3-26E9A36994E7}"/>
          </ac:spMkLst>
        </pc:spChg>
        <pc:spChg chg="del">
          <ac:chgData name="Judit Giravent Pineda" userId="5659da18a9f20834" providerId="LiveId" clId="{895AF0C5-4584-4411-817D-028E8D7134B7}" dt="2026-09-11T19:44:26.709" v="49" actId="931"/>
          <ac:spMkLst>
            <pc:docMk/>
            <pc:sldMk cId="3568560323" sldId="305"/>
            <ac:spMk id="3" creationId="{016DF6C7-17C6-ECFC-260C-CDD2C1AD07C1}"/>
          </ac:spMkLst>
        </pc:spChg>
        <pc:spChg chg="add mod">
          <ac:chgData name="Judit Giravent Pineda" userId="5659da18a9f20834" providerId="LiveId" clId="{895AF0C5-4584-4411-817D-028E8D7134B7}" dt="2026-09-11T19:45:01.829" v="58" actId="14100"/>
          <ac:spMkLst>
            <pc:docMk/>
            <pc:sldMk cId="3568560323" sldId="305"/>
            <ac:spMk id="6" creationId="{D12EF8E0-270C-2F31-6475-B6A29328029E}"/>
          </ac:spMkLst>
        </pc:spChg>
        <pc:picChg chg="add mod ord">
          <ac:chgData name="Judit Giravent Pineda" userId="5659da18a9f20834" providerId="LiveId" clId="{895AF0C5-4584-4411-817D-028E8D7134B7}" dt="2026-09-11T19:44:45.002" v="52" actId="14100"/>
          <ac:picMkLst>
            <pc:docMk/>
            <pc:sldMk cId="3568560323" sldId="305"/>
            <ac:picMk id="5" creationId="{4F3D86CF-2819-229B-F3C6-918072CF4B9C}"/>
          </ac:picMkLst>
        </pc:picChg>
        <pc:picChg chg="add del mod">
          <ac:chgData name="Judit Giravent Pineda" userId="5659da18a9f20834" providerId="LiveId" clId="{895AF0C5-4584-4411-817D-028E8D7134B7}" dt="2026-09-11T20:06:43.069" v="130" actId="478"/>
          <ac:picMkLst>
            <pc:docMk/>
            <pc:sldMk cId="3568560323" sldId="305"/>
            <ac:picMk id="7" creationId="{F87AF1CC-1BDE-4D79-8652-671A2001CB80}"/>
          </ac:picMkLst>
        </pc:picChg>
      </pc:sldChg>
      <pc:sldChg chg="addSp delSp modSp new mod setBg">
        <pc:chgData name="Judit Giravent Pineda" userId="5659da18a9f20834" providerId="LiveId" clId="{895AF0C5-4584-4411-817D-028E8D7134B7}" dt="2026-09-11T19:52:32.411" v="108"/>
        <pc:sldMkLst>
          <pc:docMk/>
          <pc:sldMk cId="996435726" sldId="306"/>
        </pc:sldMkLst>
        <pc:spChg chg="mod">
          <ac:chgData name="Judit Giravent Pineda" userId="5659da18a9f20834" providerId="LiveId" clId="{895AF0C5-4584-4411-817D-028E8D7134B7}" dt="2026-09-11T19:45:26.569" v="60"/>
          <ac:spMkLst>
            <pc:docMk/>
            <pc:sldMk cId="996435726" sldId="306"/>
            <ac:spMk id="2" creationId="{9C806F72-730F-A680-0212-C6742F202EE0}"/>
          </ac:spMkLst>
        </pc:spChg>
        <pc:spChg chg="del">
          <ac:chgData name="Judit Giravent Pineda" userId="5659da18a9f20834" providerId="LiveId" clId="{895AF0C5-4584-4411-817D-028E8D7134B7}" dt="2026-09-11T19:45:33.410" v="61" actId="931"/>
          <ac:spMkLst>
            <pc:docMk/>
            <pc:sldMk cId="996435726" sldId="306"/>
            <ac:spMk id="3" creationId="{FB21BF22-8E08-77DE-3BE9-4A59E01A49AD}"/>
          </ac:spMkLst>
        </pc:spChg>
        <pc:spChg chg="add mod">
          <ac:chgData name="Judit Giravent Pineda" userId="5659da18a9f20834" providerId="LiveId" clId="{895AF0C5-4584-4411-817D-028E8D7134B7}" dt="2026-09-11T19:46:04.683" v="66" actId="14100"/>
          <ac:spMkLst>
            <pc:docMk/>
            <pc:sldMk cId="996435726" sldId="306"/>
            <ac:spMk id="6" creationId="{4ECE15D7-EC6E-5C8B-C32E-A8F00398BF56}"/>
          </ac:spMkLst>
        </pc:spChg>
        <pc:picChg chg="add mod ord">
          <ac:chgData name="Judit Giravent Pineda" userId="5659da18a9f20834" providerId="LiveId" clId="{895AF0C5-4584-4411-817D-028E8D7134B7}" dt="2026-09-11T19:45:37.297" v="62" actId="1076"/>
          <ac:picMkLst>
            <pc:docMk/>
            <pc:sldMk cId="996435726" sldId="306"/>
            <ac:picMk id="5" creationId="{23300601-1BC3-3DAF-070B-8D7A33178231}"/>
          </ac:picMkLst>
        </pc:picChg>
      </pc:sldChg>
      <pc:sldChg chg="addSp delSp modSp new mod setBg modAnim">
        <pc:chgData name="Judit Giravent Pineda" userId="5659da18a9f20834" providerId="LiveId" clId="{895AF0C5-4584-4411-817D-028E8D7134B7}" dt="2026-09-11T20:10:44.074" v="138" actId="1076"/>
        <pc:sldMkLst>
          <pc:docMk/>
          <pc:sldMk cId="3952470375" sldId="307"/>
        </pc:sldMkLst>
        <pc:spChg chg="mod">
          <ac:chgData name="Judit Giravent Pineda" userId="5659da18a9f20834" providerId="LiveId" clId="{895AF0C5-4584-4411-817D-028E8D7134B7}" dt="2026-09-11T19:46:43.796" v="68"/>
          <ac:spMkLst>
            <pc:docMk/>
            <pc:sldMk cId="3952470375" sldId="307"/>
            <ac:spMk id="2" creationId="{1A266F3E-26F0-D3AD-8414-81283DAF97D2}"/>
          </ac:spMkLst>
        </pc:spChg>
        <pc:spChg chg="del">
          <ac:chgData name="Judit Giravent Pineda" userId="5659da18a9f20834" providerId="LiveId" clId="{895AF0C5-4584-4411-817D-028E8D7134B7}" dt="2026-09-11T19:46:56.153" v="70"/>
          <ac:spMkLst>
            <pc:docMk/>
            <pc:sldMk cId="3952470375" sldId="307"/>
            <ac:spMk id="3" creationId="{8F48BA39-B317-5A3E-8625-CD01446F7ED6}"/>
          </ac:spMkLst>
        </pc:spChg>
        <pc:spChg chg="add mod">
          <ac:chgData name="Judit Giravent Pineda" userId="5659da18a9f20834" providerId="LiveId" clId="{895AF0C5-4584-4411-817D-028E8D7134B7}" dt="2026-09-11T19:47:04.537" v="72" actId="1076"/>
          <ac:spMkLst>
            <pc:docMk/>
            <pc:sldMk cId="3952470375" sldId="307"/>
            <ac:spMk id="6" creationId="{2E30F94E-CB36-EC4F-9B67-2F18DB95C18A}"/>
          </ac:spMkLst>
        </pc:spChg>
        <pc:graphicFrameChg chg="add mod">
          <ac:chgData name="Judit Giravent Pineda" userId="5659da18a9f20834" providerId="LiveId" clId="{895AF0C5-4584-4411-817D-028E8D7134B7}" dt="2026-09-11T19:47:00.314" v="71" actId="1076"/>
          <ac:graphicFrameMkLst>
            <pc:docMk/>
            <pc:sldMk cId="3952470375" sldId="307"/>
            <ac:graphicFrameMk id="4" creationId="{848AF372-3FDA-1C6F-70CC-5E8427A9B450}"/>
          </ac:graphicFrameMkLst>
        </pc:graphicFrameChg>
        <pc:picChg chg="add mod">
          <ac:chgData name="Judit Giravent Pineda" userId="5659da18a9f20834" providerId="LiveId" clId="{895AF0C5-4584-4411-817D-028E8D7134B7}" dt="2026-09-11T20:10:44.074" v="138" actId="1076"/>
          <ac:picMkLst>
            <pc:docMk/>
            <pc:sldMk cId="3952470375" sldId="307"/>
            <ac:picMk id="7" creationId="{89A0E2B4-AB66-7BD7-3186-973EE857DECF}"/>
          </ac:picMkLst>
        </pc:picChg>
      </pc:sldChg>
      <pc:sldChg chg="modSp new mod setBg">
        <pc:chgData name="Judit Giravent Pineda" userId="5659da18a9f20834" providerId="LiveId" clId="{895AF0C5-4584-4411-817D-028E8D7134B7}" dt="2026-09-11T19:52:41.978" v="110"/>
        <pc:sldMkLst>
          <pc:docMk/>
          <pc:sldMk cId="99101689" sldId="308"/>
        </pc:sldMkLst>
        <pc:spChg chg="mod">
          <ac:chgData name="Judit Giravent Pineda" userId="5659da18a9f20834" providerId="LiveId" clId="{895AF0C5-4584-4411-817D-028E8D7134B7}" dt="2026-09-11T19:47:26.672" v="74"/>
          <ac:spMkLst>
            <pc:docMk/>
            <pc:sldMk cId="99101689" sldId="308"/>
            <ac:spMk id="2" creationId="{99CDB75B-8326-BE25-D7CC-E73580ACDC9A}"/>
          </ac:spMkLst>
        </pc:spChg>
        <pc:spChg chg="mod">
          <ac:chgData name="Judit Giravent Pineda" userId="5659da18a9f20834" providerId="LiveId" clId="{895AF0C5-4584-4411-817D-028E8D7134B7}" dt="2026-09-11T19:47:40.678" v="76" actId="27636"/>
          <ac:spMkLst>
            <pc:docMk/>
            <pc:sldMk cId="99101689" sldId="308"/>
            <ac:spMk id="3" creationId="{A10E836B-22E5-BC55-6F72-10304F6DA8C3}"/>
          </ac:spMkLst>
        </pc:spChg>
      </pc:sldChg>
      <pc:sldChg chg="modSp new setBg">
        <pc:chgData name="Judit Giravent Pineda" userId="5659da18a9f20834" providerId="LiveId" clId="{895AF0C5-4584-4411-817D-028E8D7134B7}" dt="2026-09-11T19:52:45.125" v="111"/>
        <pc:sldMkLst>
          <pc:docMk/>
          <pc:sldMk cId="3512904219" sldId="309"/>
        </pc:sldMkLst>
        <pc:spChg chg="mod">
          <ac:chgData name="Judit Giravent Pineda" userId="5659da18a9f20834" providerId="LiveId" clId="{895AF0C5-4584-4411-817D-028E8D7134B7}" dt="2026-09-11T19:48:05.341" v="78"/>
          <ac:spMkLst>
            <pc:docMk/>
            <pc:sldMk cId="3512904219" sldId="309"/>
            <ac:spMk id="2" creationId="{A46CFD1B-A6AA-B8E7-5917-3F688CFB1C8C}"/>
          </ac:spMkLst>
        </pc:spChg>
        <pc:spChg chg="mod">
          <ac:chgData name="Judit Giravent Pineda" userId="5659da18a9f20834" providerId="LiveId" clId="{895AF0C5-4584-4411-817D-028E8D7134B7}" dt="2026-09-11T19:48:31.237" v="79"/>
          <ac:spMkLst>
            <pc:docMk/>
            <pc:sldMk cId="3512904219" sldId="309"/>
            <ac:spMk id="3" creationId="{207AA562-C3B6-F38E-8633-651EDC53BB2E}"/>
          </ac:spMkLst>
        </pc:spChg>
      </pc:sldChg>
      <pc:sldChg chg="addSp modSp new mod setBg modAnim">
        <pc:chgData name="Judit Giravent Pineda" userId="5659da18a9f20834" providerId="LiveId" clId="{895AF0C5-4584-4411-817D-028E8D7134B7}" dt="2026-09-11T20:11:32.179" v="140" actId="1076"/>
        <pc:sldMkLst>
          <pc:docMk/>
          <pc:sldMk cId="491441740" sldId="310"/>
        </pc:sldMkLst>
        <pc:spChg chg="mod">
          <ac:chgData name="Judit Giravent Pineda" userId="5659da18a9f20834" providerId="LiveId" clId="{895AF0C5-4584-4411-817D-028E8D7134B7}" dt="2026-09-11T19:49:07.272" v="81"/>
          <ac:spMkLst>
            <pc:docMk/>
            <pc:sldMk cId="491441740" sldId="310"/>
            <ac:spMk id="2" creationId="{D2EF60C7-183D-0824-5277-6ED30FD7D63D}"/>
          </ac:spMkLst>
        </pc:spChg>
        <pc:spChg chg="mod">
          <ac:chgData name="Judit Giravent Pineda" userId="5659da18a9f20834" providerId="LiveId" clId="{895AF0C5-4584-4411-817D-028E8D7134B7}" dt="2026-09-11T19:50:00.415" v="93" actId="20577"/>
          <ac:spMkLst>
            <pc:docMk/>
            <pc:sldMk cId="491441740" sldId="310"/>
            <ac:spMk id="3" creationId="{DD7C8BBE-A9A8-C552-E34D-8C7DE0351542}"/>
          </ac:spMkLst>
        </pc:spChg>
        <pc:picChg chg="add mod">
          <ac:chgData name="Judit Giravent Pineda" userId="5659da18a9f20834" providerId="LiveId" clId="{895AF0C5-4584-4411-817D-028E8D7134B7}" dt="2026-09-11T20:11:32.179" v="140" actId="1076"/>
          <ac:picMkLst>
            <pc:docMk/>
            <pc:sldMk cId="491441740" sldId="310"/>
            <ac:picMk id="4" creationId="{1B0C07AE-72BA-409B-9FBA-972E6CC2C4E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74E1C-1808-45B2-B75C-4D9001095507}" type="datetime1">
              <a:rPr lang="es-ES" smtClean="0"/>
              <a:t>11/09/2026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18C9D-7709-4A95-8F43-BBF0364748E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20285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DD639-B493-4C6F-8888-3252BB671C65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909E6-4FD5-449B-938E-8FE1DD2E6C2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638602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5056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09E6-4FD5-449B-938E-8FE1DD2E6C2B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124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9D2E-4262-4D66-B695-BE788D84072B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17B069-C176-49CE-B015-141C4094D82C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5FED23-3BF1-4A68-B660-492C651EE795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C27429-2C82-4C57-B7CC-62FE9723E4EF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49BD86-8774-44D6-B764-617249AD43F8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2" name="Marcador de posición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B9C095-47B6-40E6-B8B1-485026BAA979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90C87F-AA4E-4F2C-9C29-897EAC3BF71A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8398048-5A25-40D5-B468-A26206AE4AA8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99645712-319F-4E90-BCEB-D987D92F516A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D1FE31BA-0339-46EE-ACF7-DCEDA255DE2F}" type="datetime1">
              <a:rPr lang="es-ES" noProof="0" smtClean="0"/>
              <a:t>11/09/2026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hyperlink" Target="https://github.com/tu-usuario/spice-market-dashboard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hyperlink" Target="https://github.com/tu-usuario/spice-market-dashboard" TargetMode="External"/><Relationship Id="rId5" Type="http://schemas.openxmlformats.org/officeDocument/2006/relationships/hyperlink" Target="https://www.linkedin.com/in/judit-giravent-27b167156/" TargetMode="External"/><Relationship Id="rId4" Type="http://schemas.openxmlformats.org/officeDocument/2006/relationships/hyperlink" Target="https://github.com/tu-usuar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Imagen 3" descr="Un trozo de papel con un lápiz situado encima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rtlCol="0" anchor="b">
            <a:normAutofit/>
          </a:bodyPr>
          <a:lstStyle/>
          <a:p>
            <a:r>
              <a:rPr lang="es-ES" sz="3200" b="0" i="0" dirty="0">
                <a:solidFill>
                  <a:schemeClr val="tx1"/>
                </a:solidFill>
                <a:effectLst/>
                <a:latin typeface="quote-cjk-patch"/>
              </a:rPr>
              <a:t>Spice Market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quote-cjk-patch"/>
              </a:rPr>
              <a:t>Dashboard</a:t>
            </a:r>
            <a:br>
              <a:rPr lang="es-ES" sz="800" dirty="0">
                <a:solidFill>
                  <a:schemeClr val="tx1"/>
                </a:solidFill>
              </a:rPr>
            </a:br>
            <a:r>
              <a:rPr lang="es-ES" sz="1800" b="0" i="0" dirty="0">
                <a:solidFill>
                  <a:schemeClr val="tx1"/>
                </a:solidFill>
                <a:effectLst/>
                <a:latin typeface="quote-cjk-patch"/>
              </a:rPr>
              <a:t>Análisis interactivo del comercio global de especias con Power BI</a:t>
            </a:r>
            <a:br>
              <a:rPr lang="es-ES" sz="800" dirty="0">
                <a:solidFill>
                  <a:schemeClr val="tx1"/>
                </a:solidFill>
              </a:rPr>
            </a:br>
            <a:br>
              <a:rPr lang="es-ES" sz="800" dirty="0">
                <a:solidFill>
                  <a:schemeClr val="tx1"/>
                </a:solidFill>
              </a:rPr>
            </a:br>
            <a:r>
              <a:rPr lang="es-ES" sz="1800" b="1" i="0" dirty="0">
                <a:solidFill>
                  <a:schemeClr val="tx1"/>
                </a:solidFill>
                <a:effectLst/>
                <a:latin typeface="quote-cjk-patch"/>
              </a:rPr>
              <a:t>Enlace al repositorio: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quote-cjk-patch"/>
              </a:rPr>
              <a:t> 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quote-cjk-patch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github.com/jdthgp27/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quote-cjk-patch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spice-market-dashboard</a:t>
            </a:r>
            <a:endParaRPr lang="es-ES" sz="1800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es-ES" sz="1600" dirty="0"/>
              <a:t>Judit Giravent</a:t>
            </a:r>
          </a:p>
          <a:p>
            <a:pPr rtl="0">
              <a:lnSpc>
                <a:spcPct val="100000"/>
              </a:lnSpc>
            </a:pPr>
            <a:r>
              <a:rPr lang="es-ES" sz="1600" dirty="0"/>
              <a:t>09/2026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s-ES" sz="4800" dirty="0">
                <a:solidFill>
                  <a:srgbClr val="0F1115"/>
                </a:solidFill>
                <a:latin typeface="quote-cjk-patch"/>
              </a:rPr>
              <a:t>¿Por qué un </a:t>
            </a:r>
            <a:r>
              <a:rPr lang="es-ES" sz="4800" dirty="0" err="1">
                <a:solidFill>
                  <a:srgbClr val="0F1115"/>
                </a:solidFill>
                <a:latin typeface="quote-cjk-patch"/>
              </a:rPr>
              <a:t>dashboard</a:t>
            </a:r>
            <a:r>
              <a:rPr lang="es-ES" sz="4800" dirty="0">
                <a:solidFill>
                  <a:srgbClr val="0F1115"/>
                </a:solidFill>
                <a:latin typeface="quote-cjk-patch"/>
              </a:rPr>
              <a:t> de especias?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5F1FCFF-13A0-D39C-AD44-19B1C740D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70015"/>
          </a:xfrm>
        </p:spPr>
        <p:txBody>
          <a:bodyPr>
            <a:norm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El mercado global de especias mueve </a:t>
            </a: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más de 20.000 millones de dólares al año</a:t>
            </a: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Los datos están </a:t>
            </a: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dispersos</a:t>
            </a: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 en fuentes internacionales difíciles de consultar.</a:t>
            </a:r>
          </a:p>
          <a:p>
            <a:pPr marL="0" marR="0" lvl="0" indent="-34290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Los analistas de comercio, productores y distribuidores necesitan </a:t>
            </a: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visibilidad rápida</a:t>
            </a: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 de:</a:t>
            </a:r>
          </a:p>
          <a:p>
            <a:pPr marL="0" marR="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Qué países exportan/importan más.</a:t>
            </a: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Qué especias tienen mayor valor comercial.</a:t>
            </a:r>
          </a:p>
          <a:p>
            <a:pPr marL="0" marR="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Cómo evoluciona el mercado año a año.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Solución:</a:t>
            </a: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 un </a:t>
            </a:r>
            <a:r>
              <a:rPr lang="es-ES" sz="1200" b="0" i="0" dirty="0" err="1">
                <a:solidFill>
                  <a:srgbClr val="0F1115"/>
                </a:solidFill>
                <a:effectLst/>
                <a:latin typeface="quote-cjk-patch"/>
              </a:rPr>
              <a:t>dashboard</a:t>
            </a: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 interactivo, actualizable y reutilizable.</a:t>
            </a:r>
          </a:p>
          <a:p>
            <a:endParaRPr lang="es-ES" dirty="0"/>
          </a:p>
        </p:txBody>
      </p:sp>
      <p:pic>
        <p:nvPicPr>
          <p:cNvPr id="6" name="1">
            <a:hlinkClick r:id="" action="ppaction://media"/>
            <a:extLst>
              <a:ext uri="{FF2B5EF4-FFF2-40B4-BE49-F238E27FC236}">
                <a16:creationId xmlns:a16="http://schemas.microsoft.com/office/drawing/2014/main" id="{A1AFFDB4-BD0C-9515-AE1E-5756FB7D9E1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46153" y="563933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9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EB714-5E56-E371-6F4E-7938C06C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¿Qué queremos responder con este </a:t>
            </a:r>
            <a:r>
              <a:rPr lang="es-ES" sz="3200" dirty="0" err="1"/>
              <a:t>dashboard</a:t>
            </a:r>
            <a:r>
              <a:rPr lang="es-ES" sz="3200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51EEC7-4B7C-D640-CF74-3B8AEE63A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400" b="1" dirty="0"/>
              <a:t>Preguntas clave:</a:t>
            </a:r>
            <a:endParaRPr lang="es-ES" sz="1400" dirty="0"/>
          </a:p>
          <a:p>
            <a:pPr lvl="0"/>
            <a:r>
              <a:rPr lang="es-ES" sz="1400" dirty="0"/>
              <a:t>¿Qué países dominan la exportación e importación de especias?</a:t>
            </a:r>
          </a:p>
          <a:p>
            <a:pPr lvl="0"/>
            <a:r>
              <a:rPr lang="es-ES" sz="1400" dirty="0"/>
              <a:t>¿Qué especias generan más valor comercial?</a:t>
            </a:r>
          </a:p>
          <a:p>
            <a:pPr lvl="0"/>
            <a:r>
              <a:rPr lang="es-ES" sz="1400" dirty="0"/>
              <a:t>¿Cómo ha evolucionado el mercado entre 2022 y 2024?</a:t>
            </a:r>
          </a:p>
          <a:p>
            <a:pPr lvl="0"/>
            <a:r>
              <a:rPr lang="es-ES" sz="1400" dirty="0"/>
              <a:t>¿Existen oportunidades geográficas no explotadas?</a:t>
            </a:r>
          </a:p>
          <a:p>
            <a:r>
              <a:rPr lang="es-ES" sz="1400" b="1" dirty="0"/>
              <a:t>Enfoque técnico:</a:t>
            </a:r>
            <a:endParaRPr lang="es-ES" sz="1400" dirty="0"/>
          </a:p>
          <a:p>
            <a:pPr lvl="0"/>
            <a:r>
              <a:rPr lang="es-ES" sz="1400" dirty="0"/>
              <a:t>Fuente: </a:t>
            </a:r>
            <a:r>
              <a:rPr lang="es-ES" sz="1400" b="1" dirty="0"/>
              <a:t>API de OEC</a:t>
            </a:r>
            <a:r>
              <a:rPr lang="es-ES" sz="1400" dirty="0"/>
              <a:t> (</a:t>
            </a:r>
            <a:r>
              <a:rPr lang="es-ES" sz="1400" dirty="0" err="1"/>
              <a:t>Observatory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Economic</a:t>
            </a:r>
            <a:r>
              <a:rPr lang="es-ES" sz="1400" dirty="0"/>
              <a:t> </a:t>
            </a:r>
            <a:r>
              <a:rPr lang="es-ES" sz="1400" dirty="0" err="1"/>
              <a:t>Complexity</a:t>
            </a:r>
            <a:r>
              <a:rPr lang="es-ES" sz="1400" dirty="0"/>
              <a:t>).</a:t>
            </a:r>
          </a:p>
          <a:p>
            <a:pPr lvl="0"/>
            <a:r>
              <a:rPr lang="es-ES" sz="1400" dirty="0"/>
              <a:t>Herramienta: </a:t>
            </a:r>
            <a:r>
              <a:rPr lang="es-ES" sz="1400" b="1" dirty="0"/>
              <a:t>Power BI Desktop</a:t>
            </a:r>
            <a:r>
              <a:rPr lang="es-ES" sz="1400" dirty="0"/>
              <a:t> con Power Query y DAX.</a:t>
            </a:r>
          </a:p>
          <a:p>
            <a:pPr lvl="0"/>
            <a:r>
              <a:rPr lang="es-ES" sz="1400" dirty="0"/>
              <a:t>Visualización: </a:t>
            </a:r>
            <a:r>
              <a:rPr lang="es-ES" sz="1400" dirty="0" err="1"/>
              <a:t>KPIs</a:t>
            </a:r>
            <a:r>
              <a:rPr lang="es-ES" sz="1400" dirty="0"/>
              <a:t>, gráficos interactivos y mapas.</a:t>
            </a:r>
          </a:p>
          <a:p>
            <a:endParaRPr lang="es-ES" dirty="0"/>
          </a:p>
        </p:txBody>
      </p:sp>
      <p:pic>
        <p:nvPicPr>
          <p:cNvPr id="4" name="2">
            <a:hlinkClick r:id="" action="ppaction://media"/>
            <a:extLst>
              <a:ext uri="{FF2B5EF4-FFF2-40B4-BE49-F238E27FC236}">
                <a16:creationId xmlns:a16="http://schemas.microsoft.com/office/drawing/2014/main" id="{298DD581-B438-0BD3-6387-94E332536B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61150" y="562541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01DE6-1AB6-979E-030B-CC1A53A3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 dónde vienen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88CC7F-E705-2F00-359E-A0F719906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b="1" dirty="0"/>
              <a:t>OEC (</a:t>
            </a:r>
            <a:r>
              <a:rPr lang="es-ES" b="1" dirty="0" err="1"/>
              <a:t>Observatory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Economic</a:t>
            </a:r>
            <a:r>
              <a:rPr lang="es-ES" b="1" dirty="0"/>
              <a:t> </a:t>
            </a:r>
            <a:r>
              <a:rPr lang="es-ES" b="1" dirty="0" err="1"/>
              <a:t>Complexity</a:t>
            </a:r>
            <a:r>
              <a:rPr lang="es-ES" b="1" dirty="0"/>
              <a:t>)</a:t>
            </a:r>
            <a:r>
              <a:rPr lang="es-ES" dirty="0"/>
              <a:t> — datos de comercio internacional.</a:t>
            </a:r>
          </a:p>
          <a:p>
            <a:pPr lvl="0"/>
            <a:r>
              <a:rPr lang="es-ES" dirty="0" err="1"/>
              <a:t>Endpoint</a:t>
            </a:r>
            <a:r>
              <a:rPr lang="es-ES" dirty="0"/>
              <a:t>: https://api-v2.oec.world/tesseract/data.jsonrecords</a:t>
            </a:r>
          </a:p>
          <a:p>
            <a:pPr lvl="0"/>
            <a:r>
              <a:rPr lang="es-ES" dirty="0"/>
              <a:t>Filtros aplicados: HS 0904–0910 (pimienta, vainilla, canela, clavo, nuez moscada, anís, jengibre, azafrán, cúrcuma, curry, tomillo, laurel).</a:t>
            </a:r>
          </a:p>
          <a:p>
            <a:pPr lvl="0"/>
            <a:r>
              <a:rPr lang="es-ES" dirty="0"/>
              <a:t>Cobertura: </a:t>
            </a:r>
            <a:r>
              <a:rPr lang="es-ES" b="1" dirty="0"/>
              <a:t>2022–2024</a:t>
            </a:r>
            <a:r>
              <a:rPr lang="es-ES" dirty="0"/>
              <a:t>, más de 30 países, 3 especias principales analizadas (Pepper, Vanilla, Cinnamon).</a:t>
            </a:r>
          </a:p>
          <a:p>
            <a:endParaRPr lang="es-ES" dirty="0"/>
          </a:p>
        </p:txBody>
      </p:sp>
      <p:pic>
        <p:nvPicPr>
          <p:cNvPr id="5" name="3">
            <a:hlinkClick r:id="" action="ppaction://media"/>
            <a:extLst>
              <a:ext uri="{FF2B5EF4-FFF2-40B4-BE49-F238E27FC236}">
                <a16:creationId xmlns:a16="http://schemas.microsoft.com/office/drawing/2014/main" id="{052E602E-74D7-320A-5865-A4ACE4DB92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00897" y="570264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9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7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5500E-94DD-C810-5940-662EDABD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se construyó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050331-B6B3-EEDE-5D09-83D0B8844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s-ES" b="1" dirty="0"/>
              <a:t>Pipeline:</a:t>
            </a:r>
            <a:endParaRPr lang="es-ES" dirty="0"/>
          </a:p>
          <a:p>
            <a:pPr latinLnBrk="1"/>
            <a:r>
              <a:rPr lang="es-ES" dirty="0"/>
              <a:t>API de OEC (JSON)</a:t>
            </a:r>
          </a:p>
          <a:p>
            <a:pPr latinLnBrk="1"/>
            <a:r>
              <a:rPr lang="es-ES" dirty="0"/>
              <a:t>      ↓</a:t>
            </a:r>
          </a:p>
          <a:p>
            <a:pPr latinLnBrk="1"/>
            <a:r>
              <a:rPr lang="es-ES" dirty="0"/>
              <a:t>Power Query (ETL)</a:t>
            </a:r>
          </a:p>
          <a:p>
            <a:pPr latinLnBrk="1"/>
            <a:r>
              <a:rPr lang="es-ES" dirty="0"/>
              <a:t>      ↓</a:t>
            </a:r>
          </a:p>
          <a:p>
            <a:pPr latinLnBrk="1"/>
            <a:r>
              <a:rPr lang="es-ES" dirty="0"/>
              <a:t>Modelo de datos en Power BI</a:t>
            </a:r>
          </a:p>
          <a:p>
            <a:pPr latinLnBrk="1"/>
            <a:r>
              <a:rPr lang="es-ES" dirty="0"/>
              <a:t>      ↓</a:t>
            </a:r>
          </a:p>
          <a:p>
            <a:pPr latinLnBrk="1"/>
            <a:r>
              <a:rPr lang="es-ES" dirty="0"/>
              <a:t>Medidas DAX (</a:t>
            </a:r>
            <a:r>
              <a:rPr lang="es-ES" dirty="0" err="1"/>
              <a:t>KPIs</a:t>
            </a:r>
            <a:r>
              <a:rPr lang="es-ES" dirty="0"/>
              <a:t>, YoY, rankings)</a:t>
            </a:r>
          </a:p>
          <a:p>
            <a:pPr latinLnBrk="1"/>
            <a:r>
              <a:rPr lang="es-ES" dirty="0"/>
              <a:t>      ↓</a:t>
            </a:r>
          </a:p>
          <a:p>
            <a:pPr latinLnBrk="1"/>
            <a:r>
              <a:rPr lang="es-ES" dirty="0" err="1"/>
              <a:t>Dashboard</a:t>
            </a:r>
            <a:r>
              <a:rPr lang="es-ES" dirty="0"/>
              <a:t> interactivo</a:t>
            </a:r>
          </a:p>
          <a:p>
            <a:r>
              <a:rPr lang="es-ES" b="1" dirty="0"/>
              <a:t>Estructura del modelo:</a:t>
            </a:r>
            <a:endParaRPr lang="es-ES" dirty="0"/>
          </a:p>
          <a:p>
            <a:pPr lvl="0"/>
            <a:r>
              <a:rPr lang="es-ES" dirty="0" err="1"/>
              <a:t>ComercioEspecias</a:t>
            </a:r>
            <a:r>
              <a:rPr lang="es-ES" dirty="0"/>
              <a:t> — tabla de hechos (exportadores).</a:t>
            </a:r>
          </a:p>
          <a:p>
            <a:pPr lvl="0"/>
            <a:r>
              <a:rPr lang="es-ES" dirty="0" err="1"/>
              <a:t>ComercioEspecias_Import</a:t>
            </a:r>
            <a:r>
              <a:rPr lang="es-ES" dirty="0"/>
              <a:t> — tabla de hechos (importadores).</a:t>
            </a:r>
          </a:p>
          <a:p>
            <a:pPr lvl="0"/>
            <a:r>
              <a:rPr lang="es-ES" dirty="0"/>
              <a:t>Medidas: Valor Total, </a:t>
            </a:r>
            <a:r>
              <a:rPr lang="es-ES" dirty="0" err="1"/>
              <a:t>Nº</a:t>
            </a:r>
            <a:r>
              <a:rPr lang="es-ES" dirty="0"/>
              <a:t> Exportadores, </a:t>
            </a:r>
            <a:r>
              <a:rPr lang="es-ES" dirty="0" err="1"/>
              <a:t>Nº</a:t>
            </a:r>
            <a:r>
              <a:rPr lang="es-ES" dirty="0"/>
              <a:t> Importadores, Año Máximo, Crecimiento YoY.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1754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4D1BA-5593-1506-0331-D19215E1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b="0" i="0" dirty="0">
                <a:solidFill>
                  <a:srgbClr val="0F1115"/>
                </a:solidFill>
                <a:effectLst/>
                <a:latin typeface="quote-cjk-patch"/>
              </a:rPr>
              <a:t>Vista general del mercado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7C55CE4-64E7-FE4F-2EBD-244C6BB8E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55026" y="2035628"/>
            <a:ext cx="6429815" cy="37607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5AE5CEC-B447-528C-5410-C8FB2B14D460}"/>
              </a:ext>
            </a:extLst>
          </p:cNvPr>
          <p:cNvSpPr txBox="1"/>
          <p:nvPr/>
        </p:nvSpPr>
        <p:spPr>
          <a:xfrm>
            <a:off x="7762564" y="2003960"/>
            <a:ext cx="3664857" cy="3824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rgbClr val="0F1115"/>
                </a:solidFill>
                <a:effectLst/>
                <a:latin typeface="quote-cjk-patch"/>
              </a:rPr>
              <a:t>Qué muestra: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 err="1">
                <a:solidFill>
                  <a:srgbClr val="0F1115"/>
                </a:solidFill>
                <a:effectLst/>
                <a:latin typeface="quote-cjk-patch"/>
              </a:rPr>
              <a:t>KPIs</a:t>
            </a:r>
            <a:r>
              <a:rPr lang="es-ES" sz="1800" b="1" i="0" dirty="0">
                <a:solidFill>
                  <a:srgbClr val="0F1115"/>
                </a:solidFill>
                <a:effectLst/>
                <a:latin typeface="quote-cjk-patch"/>
              </a:rPr>
              <a:t> destacados:</a:t>
            </a:r>
            <a:r>
              <a:rPr lang="es-ES" sz="1800" b="0" i="0" dirty="0">
                <a:solidFill>
                  <a:srgbClr val="0F1115"/>
                </a:solidFill>
                <a:effectLst/>
                <a:latin typeface="quote-cjk-patch"/>
              </a:rPr>
              <a:t> Valor Total (28 </a:t>
            </a:r>
            <a:r>
              <a:rPr lang="es-ES" sz="1800" b="0" i="0" dirty="0" err="1">
                <a:solidFill>
                  <a:srgbClr val="0F1115"/>
                </a:solidFill>
                <a:effectLst/>
                <a:latin typeface="quote-cjk-patch"/>
              </a:rPr>
              <a:t>mill</a:t>
            </a:r>
            <a:r>
              <a:rPr lang="es-ES" sz="1800" b="0" i="0" dirty="0">
                <a:solidFill>
                  <a:srgbClr val="0F1115"/>
                </a:solidFill>
                <a:effectLst/>
                <a:latin typeface="quote-cjk-patch"/>
              </a:rPr>
              <a:t>. USD), 21 exportadores, 34 importadores, año máximo 2023.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>
                <a:solidFill>
                  <a:srgbClr val="0F1115"/>
                </a:solidFill>
                <a:effectLst/>
                <a:latin typeface="quote-cjk-patch"/>
              </a:rPr>
              <a:t>Gráfico de anillos:</a:t>
            </a:r>
            <a:r>
              <a:rPr lang="es-ES" sz="1800" b="0" i="0" dirty="0">
                <a:solidFill>
                  <a:srgbClr val="0F1115"/>
                </a:solidFill>
                <a:effectLst/>
                <a:latin typeface="quote-cjk-patch"/>
              </a:rPr>
              <a:t> distribución del valor por tipo de especia.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>
                <a:solidFill>
                  <a:srgbClr val="0F1115"/>
                </a:solidFill>
                <a:effectLst/>
                <a:latin typeface="quote-cjk-patch"/>
              </a:rPr>
              <a:t>Top 10 exportadores:</a:t>
            </a:r>
            <a:r>
              <a:rPr lang="es-ES" sz="1800" b="0" i="0" dirty="0">
                <a:solidFill>
                  <a:srgbClr val="0F1115"/>
                </a:solidFill>
                <a:effectLst/>
                <a:latin typeface="quote-cjk-patch"/>
              </a:rPr>
              <a:t> Marruecos, </a:t>
            </a:r>
            <a:r>
              <a:rPr lang="es-ES" sz="1800" b="0" i="0" dirty="0" err="1">
                <a:solidFill>
                  <a:srgbClr val="0F1115"/>
                </a:solidFill>
                <a:effectLst/>
                <a:latin typeface="quote-cjk-patch"/>
              </a:rPr>
              <a:t>Comoros</a:t>
            </a:r>
            <a:r>
              <a:rPr lang="es-ES" sz="1800" b="0" i="0" dirty="0">
                <a:solidFill>
                  <a:srgbClr val="0F1115"/>
                </a:solidFill>
                <a:effectLst/>
                <a:latin typeface="quote-cjk-patch"/>
              </a:rPr>
              <a:t>, Egipto, Kenia, Etiopía...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 dirty="0">
                <a:solidFill>
                  <a:srgbClr val="0F1115"/>
                </a:solidFill>
                <a:effectLst/>
                <a:latin typeface="quote-cjk-patch"/>
              </a:rPr>
              <a:t>Slicer de año</a:t>
            </a:r>
            <a:r>
              <a:rPr lang="es-ES" sz="1800" b="0" i="0" dirty="0">
                <a:solidFill>
                  <a:srgbClr val="0F1115"/>
                </a:solidFill>
                <a:effectLst/>
                <a:latin typeface="quote-cjk-patch"/>
              </a:rPr>
              <a:t> para filtrar todo el informe.</a:t>
            </a:r>
          </a:p>
        </p:txBody>
      </p:sp>
      <p:pic>
        <p:nvPicPr>
          <p:cNvPr id="8" name="4">
            <a:hlinkClick r:id="" action="ppaction://media"/>
            <a:extLst>
              <a:ext uri="{FF2B5EF4-FFF2-40B4-BE49-F238E27FC236}">
                <a16:creationId xmlns:a16="http://schemas.microsoft.com/office/drawing/2014/main" id="{FF944724-84B5-094C-3B23-E340E324E4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03950" y="579641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8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ECAAF-01B3-0CEE-7FD3-26E9A3699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b="0" i="0" dirty="0">
                <a:solidFill>
                  <a:srgbClr val="0F1115"/>
                </a:solidFill>
                <a:effectLst/>
                <a:latin typeface="quote-cjk-patch"/>
              </a:rPr>
              <a:t>Foco en una especia concreta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F3D86CF-2819-229B-F3C6-918072CF4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246" y="1934029"/>
            <a:ext cx="6838140" cy="394425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12EF8E0-270C-2F31-6475-B6A29328029E}"/>
              </a:ext>
            </a:extLst>
          </p:cNvPr>
          <p:cNvSpPr txBox="1"/>
          <p:nvPr/>
        </p:nvSpPr>
        <p:spPr>
          <a:xfrm>
            <a:off x="8100423" y="1934029"/>
            <a:ext cx="3209261" cy="3239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Slicer de producto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(Cinnamon, Pepper, Vanilla).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Mapa geográfico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con los flujos comerciales del producto filtrado.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Gráfico de líneas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con la evolución anual 2022–2024.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Leyenda dinámica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que se adapta al filtro.</a:t>
            </a:r>
          </a:p>
        </p:txBody>
      </p:sp>
    </p:spTree>
    <p:extLst>
      <p:ext uri="{BB962C8B-B14F-4D97-AF65-F5344CB8AC3E}">
        <p14:creationId xmlns:p14="http://schemas.microsoft.com/office/powerpoint/2010/main" val="3568560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06F72-730F-A680-0212-C6742F20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b="0" i="0" dirty="0">
                <a:solidFill>
                  <a:srgbClr val="0F1115"/>
                </a:solidFill>
                <a:effectLst/>
                <a:latin typeface="quote-cjk-patch"/>
              </a:rPr>
              <a:t>Detalle por exportador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3300601-1BC3-3DAF-070B-8D7A33178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014" y="1963057"/>
            <a:ext cx="6398353" cy="37607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ECE15D7-EC6E-5C8B-C32E-A8F00398BF56}"/>
              </a:ext>
            </a:extLst>
          </p:cNvPr>
          <p:cNvSpPr txBox="1"/>
          <p:nvPr/>
        </p:nvSpPr>
        <p:spPr>
          <a:xfrm>
            <a:off x="7922796" y="2119086"/>
            <a:ext cx="3699710" cy="3604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Qué muestra:</a:t>
            </a:r>
            <a:endParaRPr lang="es-ES" sz="1800" b="0" i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Slicer de país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(Algeria, Angola, Benin, Camerún, Egipto...).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Tarjetas KPI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con Nº Importadores y Valor Total del país filtrado.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Tabla detalle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con el desglose por tipo de especia.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1" i="0">
                <a:solidFill>
                  <a:srgbClr val="0F1115"/>
                </a:solidFill>
                <a:effectLst/>
                <a:latin typeface="quote-cjk-patch"/>
              </a:rPr>
              <a:t>Barras apiladas al 100 %</a:t>
            </a:r>
            <a:r>
              <a:rPr lang="es-ES" sz="1800" b="0" i="0">
                <a:solidFill>
                  <a:srgbClr val="0F1115"/>
                </a:solidFill>
                <a:effectLst/>
                <a:latin typeface="quote-cjk-patch"/>
              </a:rPr>
              <a:t> comparando la composición por año.</a:t>
            </a:r>
          </a:p>
        </p:txBody>
      </p:sp>
    </p:spTree>
    <p:extLst>
      <p:ext uri="{BB962C8B-B14F-4D97-AF65-F5344CB8AC3E}">
        <p14:creationId xmlns:p14="http://schemas.microsoft.com/office/powerpoint/2010/main" val="996435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66F3E-26F0-D3AD-8414-81283DAF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b="0" i="0" dirty="0">
                <a:solidFill>
                  <a:srgbClr val="0F1115"/>
                </a:solidFill>
                <a:effectLst/>
                <a:latin typeface="quote-cjk-patch"/>
              </a:rPr>
              <a:t>Qué fue complicado (y cómo se resolvió)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48AF372-3FDA-1C6F-70CC-5E8427A9B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434915"/>
              </p:ext>
            </p:extLst>
          </p:nvPr>
        </p:nvGraphicFramePr>
        <p:xfrm>
          <a:off x="2996348" y="2578384"/>
          <a:ext cx="5730240" cy="32899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10291913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1534727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Reto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Solución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329522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JSON anidado de la API de OEC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Navegación al nodo </a:t>
                      </a:r>
                      <a:r>
                        <a:rPr lang="es-ES" sz="975">
                          <a:effectLst/>
                        </a:rPr>
                        <a:t>data</a:t>
                      </a:r>
                      <a:r>
                        <a:rPr lang="es-ES" sz="1125">
                          <a:effectLst/>
                        </a:rPr>
                        <a:t> y expansión selectiva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94458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Filtro </a:t>
                      </a:r>
                      <a:r>
                        <a:rPr lang="es-ES" sz="975">
                          <a:effectLst/>
                        </a:rPr>
                        <a:t>include</a:t>
                      </a:r>
                      <a:r>
                        <a:rPr lang="es-ES" sz="1125">
                          <a:effectLst/>
                        </a:rPr>
                        <a:t> con múltiples códigos HS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Traer todos los datos y filtrar en Power Query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8849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Columna </a:t>
                      </a:r>
                      <a:r>
                        <a:rPr lang="es-ES" sz="975">
                          <a:effectLst/>
                        </a:rPr>
                        <a:t>Trade Value</a:t>
                      </a:r>
                      <a:r>
                        <a:rPr lang="es-ES" sz="1125">
                          <a:effectLst/>
                        </a:rPr>
                        <a:t> importada como texto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Cambio de tipo a decimal en Power Query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6712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Mapa sin renderizar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Reinicio de Power BI + categorización geográfica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27627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Escalas incorrectas (6E-5)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Ajuste del divisor y formato a decimal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13782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Crecimiento YoY con error de sintaxis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Uso de </a:t>
                      </a:r>
                      <a:r>
                        <a:rPr lang="es-ES" sz="975" dirty="0" err="1">
                          <a:effectLst/>
                        </a:rPr>
                        <a:t>AnioActual</a:t>
                      </a:r>
                      <a:r>
                        <a:rPr lang="es-ES" sz="1125" dirty="0">
                          <a:effectLst/>
                        </a:rPr>
                        <a:t> para evitar la ñ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0878284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E30F94E-CB36-EC4F-9B67-2F18DB95C18A}"/>
              </a:ext>
            </a:extLst>
          </p:cNvPr>
          <p:cNvSpPr txBox="1"/>
          <p:nvPr/>
        </p:nvSpPr>
        <p:spPr>
          <a:xfrm>
            <a:off x="2585285" y="2113366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Desafíos principales: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5">
            <a:hlinkClick r:id="" action="ppaction://media"/>
            <a:extLst>
              <a:ext uri="{FF2B5EF4-FFF2-40B4-BE49-F238E27FC236}">
                <a16:creationId xmlns:a16="http://schemas.microsoft.com/office/drawing/2014/main" id="{89A0E2B4-AB66-7BD7-3186-973EE857DE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68317" y="562463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7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DB75B-8326-BE25-D7CC-E73580AC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se ha conseguido?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0E836B-22E5-BC55-6F72-10304F6DA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b="1" dirty="0"/>
              <a:t>Resultados:</a:t>
            </a:r>
            <a:endParaRPr lang="es-ES" dirty="0"/>
          </a:p>
          <a:p>
            <a:pPr lvl="0"/>
            <a:r>
              <a:rPr lang="es-ES" dirty="0" err="1"/>
              <a:t>Dashboard</a:t>
            </a:r>
            <a:r>
              <a:rPr lang="es-ES" dirty="0"/>
              <a:t> funcional, interactivo y visualmente coherente.</a:t>
            </a:r>
          </a:p>
          <a:p>
            <a:pPr lvl="0"/>
            <a:r>
              <a:rPr lang="es-ES" dirty="0"/>
              <a:t>Cobertura de </a:t>
            </a:r>
            <a:r>
              <a:rPr lang="es-ES" b="1" dirty="0"/>
              <a:t>3 especias principales</a:t>
            </a:r>
            <a:r>
              <a:rPr lang="es-ES" dirty="0"/>
              <a:t>, </a:t>
            </a:r>
            <a:r>
              <a:rPr lang="es-ES" b="1" dirty="0"/>
              <a:t>más de 30 países</a:t>
            </a:r>
            <a:r>
              <a:rPr lang="es-ES" dirty="0"/>
              <a:t> y </a:t>
            </a:r>
            <a:r>
              <a:rPr lang="es-ES" b="1" dirty="0"/>
              <a:t>3 años</a:t>
            </a:r>
            <a:r>
              <a:rPr lang="es-ES" dirty="0"/>
              <a:t> de datos.</a:t>
            </a:r>
          </a:p>
          <a:p>
            <a:pPr lvl="0"/>
            <a:r>
              <a:rPr lang="es-ES" dirty="0" err="1"/>
              <a:t>KPIs</a:t>
            </a:r>
            <a:r>
              <a:rPr lang="es-ES" dirty="0"/>
              <a:t> listos para toma de decisiones.</a:t>
            </a:r>
          </a:p>
          <a:p>
            <a:pPr lvl="0"/>
            <a:r>
              <a:rPr lang="es-ES" dirty="0"/>
              <a:t>Modelo ampliable a nuevas fuentes y categorías HS.</a:t>
            </a:r>
          </a:p>
          <a:p>
            <a:r>
              <a:rPr lang="es-ES" b="1" dirty="0"/>
              <a:t>Aprendizajes técnicos:</a:t>
            </a:r>
            <a:endParaRPr lang="es-ES" dirty="0"/>
          </a:p>
          <a:p>
            <a:pPr lvl="0"/>
            <a:r>
              <a:rPr lang="es-ES" dirty="0"/>
              <a:t>Integración de </a:t>
            </a:r>
            <a:r>
              <a:rPr lang="es-ES" dirty="0" err="1"/>
              <a:t>APIs</a:t>
            </a:r>
            <a:r>
              <a:rPr lang="es-ES" dirty="0"/>
              <a:t> REST en Power BI.</a:t>
            </a:r>
          </a:p>
          <a:p>
            <a:pPr lvl="0"/>
            <a:r>
              <a:rPr lang="es-ES" dirty="0"/>
              <a:t>Transformación avanzada de JSON en Power Query.</a:t>
            </a:r>
          </a:p>
          <a:p>
            <a:pPr lvl="0"/>
            <a:r>
              <a:rPr lang="es-ES" dirty="0"/>
              <a:t>Diseño de medidas DAX para </a:t>
            </a:r>
            <a:r>
              <a:rPr lang="es-ES" dirty="0" err="1"/>
              <a:t>KPIs</a:t>
            </a:r>
            <a:r>
              <a:rPr lang="es-ES" dirty="0"/>
              <a:t> y comparativas YoY.</a:t>
            </a:r>
          </a:p>
          <a:p>
            <a:pPr lvl="0"/>
            <a:r>
              <a:rPr lang="es-ES" dirty="0"/>
              <a:t>Categorización geográfica y visualización con mapas.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101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CFD1B-A6AA-B8E7-5917-3F688CFB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Siguientes 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7AA562-C3B6-F38E-8633-651EDC53B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b="1" dirty="0"/>
              <a:t>Ampliar años</a:t>
            </a:r>
            <a:r>
              <a:rPr lang="es-ES" dirty="0"/>
              <a:t> (2020–2025) si se accede a más histórico.</a:t>
            </a:r>
          </a:p>
          <a:p>
            <a:pPr lvl="0"/>
            <a:r>
              <a:rPr lang="es-ES" b="1" dirty="0"/>
              <a:t>Añadir precios</a:t>
            </a:r>
            <a:r>
              <a:rPr lang="es-ES" dirty="0"/>
              <a:t> desde fuentes como </a:t>
            </a:r>
            <a:r>
              <a:rPr lang="es-ES" dirty="0" err="1"/>
              <a:t>Tridge</a:t>
            </a:r>
            <a:r>
              <a:rPr lang="es-ES" dirty="0"/>
              <a:t> o FAO.</a:t>
            </a:r>
          </a:p>
          <a:p>
            <a:pPr lvl="0"/>
            <a:r>
              <a:rPr lang="es-ES" b="1" dirty="0"/>
              <a:t>Publicar en Power BI Service</a:t>
            </a:r>
            <a:r>
              <a:rPr lang="es-ES" dirty="0"/>
              <a:t> con actualización programada.</a:t>
            </a:r>
          </a:p>
          <a:p>
            <a:pPr lvl="0"/>
            <a:r>
              <a:rPr lang="es-ES" b="1" dirty="0"/>
              <a:t>Traducir nombres</a:t>
            </a:r>
            <a:r>
              <a:rPr lang="es-ES" dirty="0"/>
              <a:t> de productos al español.</a:t>
            </a:r>
          </a:p>
          <a:p>
            <a:pPr lvl="0"/>
            <a:r>
              <a:rPr lang="es-ES" b="1" dirty="0"/>
              <a:t>Incorporar alertas</a:t>
            </a:r>
            <a:r>
              <a:rPr lang="es-ES" dirty="0"/>
              <a:t> cuando un país/ producto crezca más del X% anual.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2904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F60C7-183D-0824-5277-6ED30FD7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7C8BBE-A9A8-C552-E34D-8C7DE0351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Contacto:</a:t>
            </a:r>
            <a:endParaRPr lang="es-ES" dirty="0"/>
          </a:p>
          <a:p>
            <a:pPr lvl="0"/>
            <a:r>
              <a:rPr lang="es-ES" dirty="0"/>
              <a:t>GitHub: </a:t>
            </a:r>
            <a:r>
              <a:rPr lang="es-ES" dirty="0">
                <a:hlinkClick r:id="rId4"/>
              </a:rPr>
              <a:t>@</a:t>
            </a:r>
            <a:r>
              <a:rPr lang="es-ES" dirty="0"/>
              <a:t>jdthgp27</a:t>
            </a:r>
          </a:p>
          <a:p>
            <a:pPr lvl="0"/>
            <a:r>
              <a:rPr lang="es-ES" dirty="0"/>
              <a:t>LinkedIn: </a:t>
            </a:r>
            <a:r>
              <a:rPr lang="es-ES" b="1" dirty="0">
                <a:hlinkClick r:id="rId5"/>
              </a:rPr>
              <a:t>linkedin.com/in/judit-giravent-27b167156</a:t>
            </a:r>
            <a:endParaRPr lang="es-ES" b="1" dirty="0"/>
          </a:p>
          <a:p>
            <a:pPr lvl="0"/>
            <a:r>
              <a:rPr lang="es-ES" dirty="0"/>
              <a:t>Repositorio: </a:t>
            </a:r>
            <a:r>
              <a:rPr lang="es-ES" dirty="0" err="1">
                <a:hlinkClick r:id="rId6"/>
              </a:rPr>
              <a:t>spice-market-dashboard</a:t>
            </a:r>
            <a:endParaRPr lang="es-ES" dirty="0"/>
          </a:p>
          <a:p>
            <a:pPr lvl="0"/>
            <a:endParaRPr lang="es-ES" dirty="0"/>
          </a:p>
          <a:p>
            <a:r>
              <a:rPr lang="es-ES" b="1" dirty="0"/>
              <a:t>Preguntas / Comentarios</a:t>
            </a:r>
            <a:endParaRPr lang="es-ES" dirty="0"/>
          </a:p>
          <a:p>
            <a:endParaRPr lang="es-ES" dirty="0"/>
          </a:p>
        </p:txBody>
      </p:sp>
      <p:pic>
        <p:nvPicPr>
          <p:cNvPr id="4" name="6">
            <a:hlinkClick r:id="" action="ppaction://media"/>
            <a:extLst>
              <a:ext uri="{FF2B5EF4-FFF2-40B4-BE49-F238E27FC236}">
                <a16:creationId xmlns:a16="http://schemas.microsoft.com/office/drawing/2014/main" id="{1B0C07AE-72BA-409B-9FBA-972E6CC2C4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668317" y="562541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4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ersonalizado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108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{D1561DED-525E-467E-94AC-F5204F9562AB}TFb63a7776-4452-49b2-8055-21efce632b7277ed19ef_win32-40747e8f5a52</Template>
  <TotalTime>38</TotalTime>
  <Words>767</Words>
  <Application>Microsoft Office PowerPoint</Application>
  <PresentationFormat>Panorámica</PresentationFormat>
  <Paragraphs>102</Paragraphs>
  <Slides>12</Slides>
  <Notes>2</Notes>
  <HiddenSlides>0</HiddenSlides>
  <MMClips>6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quote-cjk-patch</vt:lpstr>
      <vt:lpstr>Personalizado</vt:lpstr>
      <vt:lpstr>Spice Market Dashboard Análisis interactivo del comercio global de especias con Power BI  Enlace al repositorio: github.com/jdthgp27/spice-market-dashboard</vt:lpstr>
      <vt:lpstr>¿Por qué un dashboard de especias?</vt:lpstr>
      <vt:lpstr>¿Qué queremos responder con este dashboard?</vt:lpstr>
      <vt:lpstr>De dónde vienen los datos</vt:lpstr>
      <vt:lpstr>Cómo se construyó</vt:lpstr>
      <vt:lpstr>Vista general del mercado</vt:lpstr>
      <vt:lpstr>Foco en una especia concreta</vt:lpstr>
      <vt:lpstr>Detalle por exportador</vt:lpstr>
      <vt:lpstr>Qué fue complicado (y cómo se resolvió)</vt:lpstr>
      <vt:lpstr>¿Qué se ha conseguido?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1</cp:revision>
  <dcterms:created xsi:type="dcterms:W3CDTF">2026-09-11T19:32:54Z</dcterms:created>
  <dcterms:modified xsi:type="dcterms:W3CDTF">2026-09-11T20:11:37Z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